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Chunking is the trade we make in phase three, and it is worth being honest about both sides. On the plus side: the prompt becomes small, fast and cheap; the model is less distracted so answers can be sharper; it scales to hundreds of documents; and it keeps us under the model's context limit. But there is a cost. We can lose the holistic view - the real answer might be spread across several chunks, and by sending only a few we cut the bigger picture. The retriever also becomes a bottleneck: if we use a weak or local search to pick chunks, it may throw away a passage that a stronger model like GPT would have found useful - the model can only reason over what we actually hand it. If search picks the wrong chunk, the model still answers confidently from it - exactly our library 24/7 bug. And clumsy boundaries can split a single rule in half. So the whole skill is choosing chunks well: keep the speed and cost wins, shrink the losses.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2DD4BF"/>
                </a:solidFill>
                <a:latin typeface="Segoe UI"/>
              </a:rPr>
              <a:t>PHASE 3  ·  SEARCH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76656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Chunking — what we gain, what we lose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71600"/>
            <a:ext cx="1188720" cy="54864"/>
          </a:xfrm>
          <a:prstGeom prst="roundRect">
            <a:avLst/>
          </a:prstGeom>
          <a:solidFill>
            <a:srgbClr val="F5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wimmer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985" y="320040"/>
            <a:ext cx="624230" cy="457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6355080"/>
            <a:ext cx="6476695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D4BF"/>
                </a:solidFill>
                <a:latin typeface="Segoe UI"/>
              </a:rPr>
              <a:t>Dr Mohammad Arifur Rahman</a:t>
            </a:r>
            <a:r>
              <a:rPr sz="1000">
                <a:solidFill>
                  <a:srgbClr val="9FB3C8"/>
                </a:solidFill>
                <a:latin typeface="Segoe UI"/>
              </a:rPr>
              <a:t>   ·   Analyst Programmer  ·  Wimmera CMA, Victoria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9FB3C8"/>
                </a:solidFill>
                <a:latin typeface="Segoe UI"/>
              </a:rPr>
              <a:t>Sending a few chunks instead of the whole KB is a trade-off — cheaper and faster, but not free.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057400"/>
            <a:ext cx="5044287" cy="3977639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2267712"/>
            <a:ext cx="420624" cy="42062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B33"/>
                </a:solidFill>
                <a:latin typeface="Segoe U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240280"/>
            <a:ext cx="399272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  <a:latin typeface="Segoe UI"/>
              </a:rPr>
              <a:t>Pros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90088"/>
            <a:ext cx="435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Small, fast, cheap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82696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a few paragraphs instead of 2 million words — answers in seconds, at a fraction of the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21608"/>
            <a:ext cx="435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Sharper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14216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less irrelevant text means less to distract the model — often a more accurate answer.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53128"/>
            <a:ext cx="435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Scales to a huge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45736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hundreds of documents become searchable; only the winners ever reach the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84648"/>
            <a:ext cx="435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Fits the context 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477256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a model can only read so much at once — chunking keeps us safely under that ceiling.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2057400"/>
            <a:ext cx="5044287" cy="3977639"/>
          </a:xfrm>
          <a:prstGeom prst="roundRect">
            <a:avLst>
              <a:gd name="adj" fmla="val 6000"/>
            </a:avLst>
          </a:prstGeom>
          <a:solidFill>
            <a:srgbClr val="142847"/>
          </a:solidFill>
          <a:ln w="12700">
            <a:solidFill>
              <a:srgbClr val="E0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53047" y="2267712"/>
            <a:ext cx="420624" cy="420624"/>
          </a:xfrm>
          <a:prstGeom prst="ellipse">
            <a:avLst/>
          </a:prstGeom>
          <a:solidFill>
            <a:srgbClr val="E0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B33"/>
                </a:solidFill>
                <a:latin typeface="Segoe UI"/>
              </a:rPr>
              <a:t>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3127" y="2240280"/>
            <a:ext cx="399272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6C6C"/>
                </a:solidFill>
                <a:latin typeface="Segoe UI"/>
              </a:rPr>
              <a:t>Cons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0207" y="2990088"/>
            <a:ext cx="435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Missing the holistic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0207" y="3282696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the answer may live across several chunks; picking a few can sever the bigger picture.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0207" y="3721608"/>
            <a:ext cx="435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A weak retriever bottlenecks a strong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0207" y="4014216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a cheap/local search may drop a chunk that GPT-level model could have used well — the model never sees what it never receives.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0207" y="4453128"/>
            <a:ext cx="435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Wrong chunk → confident wrong 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0207" y="4745736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if search picks the wrong passage, the model answers fluently from it (our library 24/7 bug).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0207" y="5184648"/>
            <a:ext cx="43584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Boundaries split ideas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0207" y="5477256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a clumsy cut can slice one rule in half, leaving each piece meaningless on its own.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10819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5B342"/>
                </a:solidFill>
                <a:latin typeface="Segoe UI"/>
              </a:rPr>
              <a:t>The craft is choosing chunks well — so the pros stay and the cons shrink.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